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3407E-1922-41D6-8F80-EDE85C292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B53DAA-9412-450B-8D55-D702C948F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C1F209-EC67-4633-9401-40397D2D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7CFA7F-CBE7-4D11-9651-24DBF7B6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76526F-FC95-4618-A9B4-4D1B4945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60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59E3D-2F63-4DD4-922B-E5656B8A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40356E-32E1-4A94-BE37-98CBA99D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2ECACF-5259-48F6-A8A8-6BF9550B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FD96B-110E-4218-BF27-EA489F9F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2222-6835-4A32-8892-B4CD7336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98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1E863-ECDF-4A22-894C-6CFF9FA0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7F0DF4-162C-406F-A20B-0F8DEB1CD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F6A38C-209E-4110-BB55-965145B6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04C1CC-AE71-403A-B144-83CF817B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229F75-51B6-40C8-BF44-0AE14F32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47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9CAA2-20C4-4820-BB2D-AC099E47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AE9F0F-A3DF-4DF0-8C2A-3EB541FA8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489FB3-4612-4E09-9F12-2E7F7FC51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D06B4C-994C-436B-8ED5-08AF96A2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D87068-C13A-4C6C-89A6-6288B507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72A13C-40C1-4FD1-BBEE-56C91AB3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1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F142E-B64C-4C12-9161-DD49EACD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BD1370-04F7-4160-A82E-8480A3919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FF1AC0-BFAA-4359-A4A8-26BCCB13C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506086-EC45-438A-87F0-D1AC1EC9D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C4CF63-1816-488D-9DCB-D64C76C62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2CCAE46-E68A-4B4C-896F-92800115B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373CA9-D5E6-4AE9-BB95-A4271D9C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C7E877-7B24-48F5-B254-90273B47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76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6DBFC-A9DB-435C-9B80-5C2E6549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98185-5A28-4F04-88B0-F32BDFBD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196282-BDDB-4766-BC8D-8F446C39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1CCD7F-FC0B-4EB0-BB32-726733D2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28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3AADAE-BB67-42B2-8425-246225C7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2A4207-231F-42C8-B057-22702C2B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9ED3AE-ACA5-4158-B808-641590C3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005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FCAA7-2FFF-471F-99F9-F281FEDB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751228-4397-4A1B-AC4F-EE1167E8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3C20F6-99FC-4F8F-9EFF-189BFADC8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3C3785-7702-4D3F-9BC3-3DEBC738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4E541F-228A-46C4-8563-2047F6FE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C0413E-C907-4368-A4E5-3E686F08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38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951B5-71FF-4850-BD1C-DEC7377F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D9F936-3BCA-4B51-9CF8-F038C127D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B3989F-C534-4707-91CA-D883B5DE5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638698-0876-41FD-B69E-5C2A9D30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7DAD19-A9AE-4E41-B8A7-321BB7D3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9222E8-587E-451B-9DF9-7BBE9E21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69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1BA4D-983E-4B54-A976-F3775D0F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1AF3AE-A08E-4991-863E-7D622A4F7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C170BB-A8EE-4A22-9F51-41B443F7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6B6E1B-A329-4399-8A5D-EE28CF9E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189A6A-5EE0-4CB9-9B1D-8D4F00ED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57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17CFC3-9ACE-4862-9970-4BB81F55D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AC2854-98BE-45E5-A60D-0E624C80E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5BF27B-2812-4446-9F4D-F5B47906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092AA7-9E52-4DDD-9DA0-E23A6B2D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B2FF5D-49DE-4A3E-B4E8-F1915CBA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93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6FD78-CF44-4A23-9A95-733A2F67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115649-17CA-49F1-9132-90DCBCD1C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2F42D0-773B-45DB-A158-E039F5893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69108-4FF3-4C2C-B00D-8F3FE6B81AE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A46DF8-60A5-44F4-86F1-1893C6CEE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EF9CA9-5838-4DBE-8291-1B673E3F0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5939F-C473-4AFD-98E2-B2BD60ECA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11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975F7-A742-4C13-9284-10F671B92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726" y="1600200"/>
            <a:ext cx="10465837" cy="720110"/>
          </a:xfrm>
        </p:spPr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 01. РАЗРАБОТКА ПРОГРАММНЫХ МОДУЛЕЙ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4C345E-9017-4A12-A00C-EB2B1F0A4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0377"/>
            <a:ext cx="9144000" cy="43811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информационной системы «Спортивная школа»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0D28E-D526-4503-A305-5D082734B91A}"/>
              </a:ext>
            </a:extLst>
          </p:cNvPr>
          <p:cNvSpPr txBox="1"/>
          <p:nvPr/>
        </p:nvSpPr>
        <p:spPr>
          <a:xfrm>
            <a:off x="8078165" y="5231955"/>
            <a:ext cx="3325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П-40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Бычков Д. В.</a:t>
            </a:r>
          </a:p>
        </p:txBody>
      </p:sp>
    </p:spTree>
    <p:extLst>
      <p:ext uri="{BB962C8B-B14F-4D97-AF65-F5344CB8AC3E}">
        <p14:creationId xmlns:p14="http://schemas.microsoft.com/office/powerpoint/2010/main" val="264235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E75BE80-D6E1-4627-A6B2-8B65B3B0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7330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0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практики – сформировать профессиональные навыки для командной и самостоятельной разработки, тестирования и интеграции программных модулей на языке C#.</a:t>
            </a:r>
          </a:p>
        </p:txBody>
      </p:sp>
    </p:spTree>
    <p:extLst>
      <p:ext uri="{BB962C8B-B14F-4D97-AF65-F5344CB8AC3E}">
        <p14:creationId xmlns:p14="http://schemas.microsoft.com/office/powerpoint/2010/main" val="393960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A76F85EE-2B16-4F71-9A69-1F21C21A4F90}"/>
              </a:ext>
            </a:extLst>
          </p:cNvPr>
          <p:cNvSpPr txBox="1">
            <a:spLocks/>
          </p:cNvSpPr>
          <p:nvPr/>
        </p:nvSpPr>
        <p:spPr>
          <a:xfrm>
            <a:off x="4042488" y="862341"/>
            <a:ext cx="3431332" cy="671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практики: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9B8B2-8DD8-46CF-9603-AAF90F8BA404}"/>
              </a:ext>
            </a:extLst>
          </p:cNvPr>
          <p:cNvSpPr txBox="1"/>
          <p:nvPr/>
        </p:nvSpPr>
        <p:spPr>
          <a:xfrm>
            <a:off x="1475402" y="2034072"/>
            <a:ext cx="42827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Разработка программного обеспечения на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ED4FD-ADE9-466D-9070-9EF94C5452F9}"/>
              </a:ext>
            </a:extLst>
          </p:cNvPr>
          <p:cNvSpPr txBox="1"/>
          <p:nvPr/>
        </p:nvSpPr>
        <p:spPr>
          <a:xfrm>
            <a:off x="6095999" y="2034073"/>
            <a:ext cx="46730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Тестирование программного обеспечения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DC6B7E-A072-46E5-850F-7823110E54C2}"/>
              </a:ext>
            </a:extLst>
          </p:cNvPr>
          <p:cNvSpPr txBox="1"/>
          <p:nvPr/>
        </p:nvSpPr>
        <p:spPr>
          <a:xfrm>
            <a:off x="4121797" y="3884759"/>
            <a:ext cx="39484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Работа с различными источниками и представлениями данных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23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6A89CA2E-6030-4628-ABEC-F74BA25F0034}"/>
              </a:ext>
            </a:extLst>
          </p:cNvPr>
          <p:cNvSpPr txBox="1">
            <a:spLocks/>
          </p:cNvSpPr>
          <p:nvPr/>
        </p:nvSpPr>
        <p:spPr>
          <a:xfrm>
            <a:off x="838200" y="718393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в предметную область: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07EFDA9-805D-4EE8-88AD-E9FDA0FA1D51}"/>
              </a:ext>
            </a:extLst>
          </p:cNvPr>
          <p:cNvSpPr txBox="1">
            <a:spLocks/>
          </p:cNvSpPr>
          <p:nvPr/>
        </p:nvSpPr>
        <p:spPr>
          <a:xfrm>
            <a:off x="838200" y="1495943"/>
            <a:ext cx="10515600" cy="2264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данного ПО направлена на создание функциональных компонентов для автоматизации бизнес-процессов, таких как управление данными в спортивной школе — учет учеников, тренеров, инвентаря и поиск по этим сущностям.</a:t>
            </a:r>
          </a:p>
        </p:txBody>
      </p:sp>
    </p:spTree>
    <p:extLst>
      <p:ext uri="{BB962C8B-B14F-4D97-AF65-F5344CB8AC3E}">
        <p14:creationId xmlns:p14="http://schemas.microsoft.com/office/powerpoint/2010/main" val="141746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90C478DF-5154-4D46-B2FD-F47968A8909B}"/>
              </a:ext>
            </a:extLst>
          </p:cNvPr>
          <p:cNvSpPr txBox="1">
            <a:spLocks/>
          </p:cNvSpPr>
          <p:nvPr/>
        </p:nvSpPr>
        <p:spPr>
          <a:xfrm>
            <a:off x="838200" y="793037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Решённые задачи в рамках разработки приложения: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7BC78F6-4C76-4B98-8001-300B6E42D29C}"/>
              </a:ext>
            </a:extLst>
          </p:cNvPr>
          <p:cNvSpPr txBox="1">
            <a:spLocks/>
          </p:cNvSpPr>
          <p:nvPr/>
        </p:nvSpPr>
        <p:spPr>
          <a:xfrm>
            <a:off x="838200" y="1626571"/>
            <a:ext cx="10515600" cy="35145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учеников, тренеров и инвентаря;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добавлений;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и списание инвентаря;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поиска.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5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F3058F4F-F8F8-47E2-A933-360186DD8A38}"/>
              </a:ext>
            </a:extLst>
          </p:cNvPr>
          <p:cNvSpPr txBox="1">
            <a:spLocks/>
          </p:cNvSpPr>
          <p:nvPr/>
        </p:nvSpPr>
        <p:spPr>
          <a:xfrm>
            <a:off x="838200" y="793037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Возникшие проблемы: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E5211-80EC-49A7-A788-0B9582AFF050}"/>
              </a:ext>
            </a:extLst>
          </p:cNvPr>
          <p:cNvSpPr txBox="1">
            <a:spLocks/>
          </p:cNvSpPr>
          <p:nvPr/>
        </p:nvSpPr>
        <p:spPr>
          <a:xfrm>
            <a:off x="838200" y="1626571"/>
            <a:ext cx="10515600" cy="35145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необновляемость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при их редактировании;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платформы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невозможность скрыть текущую выбранную строку в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DataGridView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использовании привязки данных;</a:t>
            </a:r>
          </a:p>
        </p:txBody>
      </p:sp>
    </p:spTree>
    <p:extLst>
      <p:ext uri="{BB962C8B-B14F-4D97-AF65-F5344CB8AC3E}">
        <p14:creationId xmlns:p14="http://schemas.microsoft.com/office/powerpoint/2010/main" val="56568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3F441AA8-D151-4C26-8360-7F6F909F3D2A}"/>
              </a:ext>
            </a:extLst>
          </p:cNvPr>
          <p:cNvSpPr txBox="1">
            <a:spLocks/>
          </p:cNvSpPr>
          <p:nvPr/>
        </p:nvSpPr>
        <p:spPr>
          <a:xfrm>
            <a:off x="838200" y="203525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DB563-EBA6-4E39-A6FF-885ABFE4A276}"/>
              </a:ext>
            </a:extLst>
          </p:cNvPr>
          <p:cNvSpPr txBox="1">
            <a:spLocks/>
          </p:cNvSpPr>
          <p:nvPr/>
        </p:nvSpPr>
        <p:spPr>
          <a:xfrm>
            <a:off x="838200" y="875393"/>
            <a:ext cx="10515600" cy="1881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элемент управления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splitContainer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свойство </a:t>
            </a:r>
            <a:r>
              <a:rPr kumimoji="0" lang="ru-RU" altLang="ru-RU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Control.Controls</a:t>
            </a:r>
            <a:r>
              <a:rPr lang="ru-RU" alt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представляющее собой коллекцию дочерних элементов управления. Это позволило динамически управлять интерфейсом.</a:t>
            </a:r>
            <a:endParaRPr kumimoji="0" lang="ru-RU" altLang="ru-RU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C03199A-E484-4B43-9A8C-3F749F98006C}"/>
              </a:ext>
            </a:extLst>
          </p:cNvPr>
          <p:cNvSpPr txBox="1">
            <a:spLocks/>
          </p:cNvSpPr>
          <p:nvPr/>
        </p:nvSpPr>
        <p:spPr>
          <a:xfrm>
            <a:off x="838200" y="2943808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Успехи: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6900B104-FC1F-4D30-947A-E1076954637B}"/>
              </a:ext>
            </a:extLst>
          </p:cNvPr>
          <p:cNvSpPr txBox="1">
            <a:spLocks/>
          </p:cNvSpPr>
          <p:nvPr/>
        </p:nvSpPr>
        <p:spPr>
          <a:xfrm>
            <a:off x="838200" y="3615676"/>
            <a:ext cx="10515600" cy="2897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решены возникшие проблемы;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приобретены новые знания;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работающий прототип, который уже можно демонстрировать потенциальным заказчикам;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интегрированы различные технологии в единую систему (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WinForms + MySQL + Entity Framework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Test + Mock-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объекты).</a:t>
            </a:r>
          </a:p>
        </p:txBody>
      </p:sp>
    </p:spTree>
    <p:extLst>
      <p:ext uri="{BB962C8B-B14F-4D97-AF65-F5344CB8AC3E}">
        <p14:creationId xmlns:p14="http://schemas.microsoft.com/office/powerpoint/2010/main" val="163495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9349A9BC-7F75-40F0-AC5A-882549CAF59B}"/>
              </a:ext>
            </a:extLst>
          </p:cNvPr>
          <p:cNvSpPr txBox="1">
            <a:spLocks/>
          </p:cNvSpPr>
          <p:nvPr/>
        </p:nvSpPr>
        <p:spPr>
          <a:xfrm>
            <a:off x="838200" y="793037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полученного опыта: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389F223-209E-4725-9127-21D3ABBEA3CE}"/>
              </a:ext>
            </a:extLst>
          </p:cNvPr>
          <p:cNvSpPr txBox="1">
            <a:spLocks/>
          </p:cNvSpPr>
          <p:nvPr/>
        </p:nvSpPr>
        <p:spPr>
          <a:xfrm>
            <a:off x="838200" y="1495942"/>
            <a:ext cx="10515600" cy="3467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практики были успешно достигнуты основные цели: разработано функциональное приложение на C# и получен опыт работы с источником данных, таким как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Были решены проблемы разработки и был расширен технический кругозор, что углубило понимание инструментов разработки. Готовый к демонстрации прототип показал, что проект имеет практическое применение, а его разработка потребовала объединения разных технологий в слаженно работающую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77727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28B6D561-EF05-49DD-8611-4B80A6A88486}"/>
              </a:ext>
            </a:extLst>
          </p:cNvPr>
          <p:cNvSpPr txBox="1">
            <a:spLocks/>
          </p:cNvSpPr>
          <p:nvPr/>
        </p:nvSpPr>
        <p:spPr>
          <a:xfrm>
            <a:off x="838200" y="793037"/>
            <a:ext cx="10515600" cy="67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 решения: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8EC353-2D06-464B-AB93-A71A04AB3806}"/>
              </a:ext>
            </a:extLst>
          </p:cNvPr>
          <p:cNvSpPr txBox="1">
            <a:spLocks/>
          </p:cNvSpPr>
          <p:nvPr/>
        </p:nvSpPr>
        <p:spPr>
          <a:xfrm>
            <a:off x="838200" y="1626571"/>
            <a:ext cx="10515600" cy="35145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доработка основных функций для разделов «Тренеры» и «Учащиеся»;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систем фильтрации во все разделы;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форм отчётов и их экспорт;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резервное копирование БД;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60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пользовательских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настроек.</a:t>
            </a:r>
          </a:p>
        </p:txBody>
      </p:sp>
    </p:spTree>
    <p:extLst>
      <p:ext uri="{BB962C8B-B14F-4D97-AF65-F5344CB8AC3E}">
        <p14:creationId xmlns:p14="http://schemas.microsoft.com/office/powerpoint/2010/main" val="187073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34FC0A6D-B332-46E4-BAD4-07EBB86CDD6E}"/>
              </a:ext>
            </a:extLst>
          </p:cNvPr>
          <p:cNvSpPr txBox="1">
            <a:spLocks/>
          </p:cNvSpPr>
          <p:nvPr/>
        </p:nvSpPr>
        <p:spPr>
          <a:xfrm>
            <a:off x="2877911" y="2757132"/>
            <a:ext cx="6436178" cy="671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233412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342</Words>
  <Application>Microsoft Office PowerPoint</Application>
  <PresentationFormat>Широкоэкранный</PresentationFormat>
  <Paragraphs>37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УП 01. РАЗРАБОТКА ПРОГРАММНЫХ МОДУЛЕЙ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 01. РАЗРАБОТКА ПРОГРАММНЫХ МОДУЛЕЙ</dc:title>
  <dc:creator>who you</dc:creator>
  <cp:lastModifiedBy>who you</cp:lastModifiedBy>
  <cp:revision>21</cp:revision>
  <dcterms:created xsi:type="dcterms:W3CDTF">2025-11-27T16:30:02Z</dcterms:created>
  <dcterms:modified xsi:type="dcterms:W3CDTF">2025-11-27T21:49:30Z</dcterms:modified>
</cp:coreProperties>
</file>